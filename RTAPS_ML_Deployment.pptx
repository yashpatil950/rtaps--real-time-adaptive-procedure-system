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RTAPS ML Deployment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 to Training, Deploying &amp; Serving ML Predictions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2560320" cy="411480"/>
          </a:xfrm>
          <a:prstGeom prst="rect">
            <a:avLst>
              <a:gd name="adj" fmla="val 11111"/>
            </a:avLst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389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FastAPI · ECS Fargate · DynamoDB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600200" cy="3657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4300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72768" y="100584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1572768" y="1005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9019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37744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hrail_RTAPS scripts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38528" y="2743200"/>
            <a:ext cx="12801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56816" y="2624328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84832" y="960120"/>
            <a:ext cx="1600200" cy="365760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87752" y="114300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188720"/>
            <a:ext cx="502920" cy="502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37560" y="100584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3"/>
          <p:cNvSpPr/>
          <p:nvPr/>
        </p:nvSpPr>
        <p:spPr>
          <a:xfrm>
            <a:off x="3337560" y="1005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176272" y="19019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Safely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176272" y="237744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versioned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v1, v2 for rollback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703320" y="2743200"/>
            <a:ext cx="12801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21608" y="2624328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849624" y="960120"/>
            <a:ext cx="1600200" cy="36576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352544" y="114300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188720"/>
            <a:ext cx="502920" cy="5029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102352" y="100584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1"/>
          <p:cNvSpPr/>
          <p:nvPr/>
        </p:nvSpPr>
        <p:spPr>
          <a:xfrm>
            <a:off x="5102352" y="1005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941064" y="19019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API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3941064" y="237744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ECS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(serverless)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68112" y="2743200"/>
            <a:ext cx="12801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486400" y="2624328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614416" y="960120"/>
            <a:ext cx="1600200" cy="365760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117336" y="114300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188720"/>
            <a:ext cx="502920" cy="50292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867144" y="100584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29"/>
          <p:cNvSpPr/>
          <p:nvPr/>
        </p:nvSpPr>
        <p:spPr>
          <a:xfrm>
            <a:off x="6867144" y="1005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705856" y="19019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RTAPS Data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5705856" y="237744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sends step/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 → /predict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7232904" y="2743200"/>
            <a:ext cx="128016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251192" y="2624328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7379208" y="960120"/>
            <a:ext cx="1600200" cy="3657600"/>
          </a:xfrm>
          <a:prstGeom prst="rect">
            <a:avLst/>
          </a:prstGeom>
          <a:solidFill>
            <a:srgbClr val="04785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882128" y="114300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1188720"/>
            <a:ext cx="502920" cy="50292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8631936" y="100584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37"/>
          <p:cNvSpPr/>
          <p:nvPr/>
        </p:nvSpPr>
        <p:spPr>
          <a:xfrm>
            <a:off x="8631936" y="1005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7470648" y="19019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Display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7470648" y="2377440"/>
            <a:ext cx="1417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results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Dashboard charts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8" name="Text 4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RTAPS App  →  RTAPS Backend  →  ML API (Fargate)  →  Prediction  →  DynamoDB  → 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Train the Model  (Offline)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194560" cy="37490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Training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36118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</a:rPr>
              <a:t>hrail_RTAPS-main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</a:rPr>
              <a:t>scripts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34640" y="1051560"/>
            <a:ext cx="5943600" cy="7498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Shape 6"/>
          <p:cNvSpPr/>
          <p:nvPr/>
        </p:nvSpPr>
        <p:spPr>
          <a:xfrm>
            <a:off x="2834640" y="1051560"/>
            <a:ext cx="16459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3108960" y="10881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08960" y="13807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RTAPS step/session data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34640" y="1965960"/>
            <a:ext cx="5943600" cy="7498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Shape 10"/>
          <p:cNvSpPr/>
          <p:nvPr/>
        </p:nvSpPr>
        <p:spPr>
          <a:xfrm>
            <a:off x="2834640" y="1965960"/>
            <a:ext cx="16459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3108960" y="20025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08960" y="22951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hrail_RTAPS-main training pipeline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834640" y="2880360"/>
            <a:ext cx="5943600" cy="74980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7" name="Shape 14"/>
          <p:cNvSpPr/>
          <p:nvPr/>
        </p:nvSpPr>
        <p:spPr>
          <a:xfrm>
            <a:off x="2834640" y="2880360"/>
            <a:ext cx="16459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3108960" y="29169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08960" y="32095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model.joblib — the trained model binary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834640" y="3794760"/>
            <a:ext cx="5943600" cy="74980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1" name="Shape 18"/>
          <p:cNvSpPr/>
          <p:nvPr/>
        </p:nvSpPr>
        <p:spPr>
          <a:xfrm>
            <a:off x="2834640" y="3794760"/>
            <a:ext cx="16459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3108960" y="38313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108960" y="41239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model.meta — runtime metadata (feature names, thresholds)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Store Model Safely on AWS S3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0" cy="3749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S3 Bucket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08760"/>
            <a:ext cx="164592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3017520"/>
            <a:ext cx="3017520" cy="658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v1/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30358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model.joblib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model.meta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3794760"/>
            <a:ext cx="3017520" cy="658368"/>
          </a:xfrm>
          <a:prstGeom prst="rect">
            <a:avLst/>
          </a:prstGeom>
          <a:solidFill>
            <a:srgbClr val="164E6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840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v2/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38130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model.joblib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model.meta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0" y="1005840"/>
            <a:ext cx="46634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0" y="1005840"/>
            <a:ext cx="146304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4370832" y="10424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versioning?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70832" y="13350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new model performs poorly, revert to v1 in seconds — no downtime.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0" y="1920240"/>
            <a:ext cx="46634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0" y="1920240"/>
            <a:ext cx="146304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6"/>
          <p:cNvSpPr/>
          <p:nvPr/>
        </p:nvSpPr>
        <p:spPr>
          <a:xfrm>
            <a:off x="4370832" y="19568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upload?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70832" y="22494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model.joblib and model.meta must be present for predictions to work.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0" y="2834640"/>
            <a:ext cx="46634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0" y="2834640"/>
            <a:ext cx="146304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20"/>
          <p:cNvSpPr/>
          <p:nvPr/>
        </p:nvSpPr>
        <p:spPr>
          <a:xfrm>
            <a:off x="4370832" y="28712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pattern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370832" y="31638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API on ECS Fargate reads from S3 on startup using IAM role permissions.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14800" y="3749040"/>
            <a:ext cx="46634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114800" y="3749040"/>
            <a:ext cx="146304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7" name="Text 24"/>
          <p:cNvSpPr/>
          <p:nvPr/>
        </p:nvSpPr>
        <p:spPr>
          <a:xfrm>
            <a:off x="4370832" y="37856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370832" y="40782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S3 lifecycle rules to archive older versions automatically after 90 days.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ML Prediction API on ECS Fargate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28800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30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7647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ECS Fargate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Container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0" y="1051560"/>
            <a:ext cx="1828800" cy="118872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17647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120640" y="1051560"/>
            <a:ext cx="1828800" cy="11887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14300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0640" y="17647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S3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406640" y="1051560"/>
            <a:ext cx="1508760" cy="118872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0" y="114300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06640" y="176479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Logic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2194560" y="1627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4572000" y="1627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949440" y="1627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365760" y="2468880"/>
            <a:ext cx="8549640" cy="5029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0" name="Text 14"/>
          <p:cNvSpPr/>
          <p:nvPr/>
        </p:nvSpPr>
        <p:spPr>
          <a:xfrm>
            <a:off x="548640" y="2487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On startup: Container pulls model.joblib + model.meta from S3, loads into memory, then serves predictions.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6576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API Endpoints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365760" y="3584448"/>
            <a:ext cx="9144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17"/>
          <p:cNvSpPr/>
          <p:nvPr/>
        </p:nvSpPr>
        <p:spPr>
          <a:xfrm>
            <a:off x="365760" y="35844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325880" y="3584448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19"/>
          <p:cNvSpPr/>
          <p:nvPr/>
        </p:nvSpPr>
        <p:spPr>
          <a:xfrm>
            <a:off x="1325880" y="35844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108960" y="362102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confirms the API is running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4069080"/>
            <a:ext cx="91440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365760" y="4069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325880" y="406908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4"/>
          <p:cNvSpPr/>
          <p:nvPr/>
        </p:nvSpPr>
        <p:spPr>
          <a:xfrm>
            <a:off x="1325880" y="4069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108960" y="410565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step/session data, returns A/B1/C/D probabilities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" y="4553712"/>
            <a:ext cx="9144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27"/>
          <p:cNvSpPr/>
          <p:nvPr/>
        </p:nvSpPr>
        <p:spPr>
          <a:xfrm>
            <a:off x="365760" y="45537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1325880" y="4553712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29"/>
          <p:cNvSpPr/>
          <p:nvPr/>
        </p:nvSpPr>
        <p:spPr>
          <a:xfrm>
            <a:off x="1325880" y="45537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/model-info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3108960" y="459028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loaded model version and metadata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Send RTAPS Data &amp; Get Predictions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828800" cy="1371600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51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7556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RTAPS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12848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514600" y="960120"/>
            <a:ext cx="1828800" cy="1371600"/>
          </a:xfrm>
          <a:prstGeom prst="rect">
            <a:avLst/>
          </a:prstGeom>
          <a:solidFill>
            <a:srgbClr val="0F4C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515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17556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RTAPS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361688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663440" y="960120"/>
            <a:ext cx="1828800" cy="13716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515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17556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/predict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510528" y="1417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6812280" y="960120"/>
            <a:ext cx="1828800" cy="1371600"/>
          </a:xfrm>
          <a:prstGeom prst="rect">
            <a:avLst/>
          </a:prstGeom>
          <a:solidFill>
            <a:srgbClr val="04785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05156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17556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65760" y="2606040"/>
            <a:ext cx="4023360" cy="2240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4"/>
          <p:cNvSpPr/>
          <p:nvPr/>
        </p:nvSpPr>
        <p:spPr>
          <a:xfrm>
            <a:off x="36576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Request Body (POST /predict)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02920" y="294436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"session_id"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"abc123",
</a:t>
            </a:r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5,
</a:t>
            </a:r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"features"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"duration_s": 42,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"clicks": 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"errors":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09160" y="2606040"/>
            <a:ext cx="4069080" cy="2240280"/>
          </a:xfrm>
          <a:prstGeom prst="rect">
            <a:avLst/>
          </a:prstGeom>
          <a:solidFill>
            <a:srgbClr val="052E16"/>
          </a:solidFill>
          <a:ln/>
        </p:spPr>
      </p:sp>
      <p:sp>
        <p:nvSpPr>
          <p:cNvPr id="23" name="Text 17"/>
          <p:cNvSpPr/>
          <p:nvPr/>
        </p:nvSpPr>
        <p:spPr>
          <a:xfrm>
            <a:off x="4709160" y="26060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Response (Prediction Scores)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846320" y="2944368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"session_id"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"abc123",
</a:t>
            </a:r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"workload_class"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"B1",
</a:t>
            </a:r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"probabilities"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"A": 0.12, "B1": 0.61,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"C": 0.18, "D": 0.09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&amp; 6 — Save Results &amp; Display on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Step 5 — DynamoDB Storage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63040"/>
            <a:ext cx="164592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992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Table Schema: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session_id (PK)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step_number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workload_class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probabilities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434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timestamp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960120"/>
            <a:ext cx="4206240" cy="38404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960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Step 6 — Dashboard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1645920" cy="1371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54880" y="2926080"/>
            <a:ext cx="3840480" cy="8229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7" name="Text 13"/>
          <p:cNvSpPr/>
          <p:nvPr/>
        </p:nvSpPr>
        <p:spPr>
          <a:xfrm>
            <a:off x="4800600" y="2944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Latest Workload Score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46320" y="3589934"/>
            <a:ext cx="566928" cy="4937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5"/>
          <p:cNvSpPr/>
          <p:nvPr/>
        </p:nvSpPr>
        <p:spPr>
          <a:xfrm>
            <a:off x="4846320" y="36576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742432" y="3388309"/>
            <a:ext cx="566928" cy="25100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7"/>
          <p:cNvSpPr/>
          <p:nvPr/>
        </p:nvSpPr>
        <p:spPr>
          <a:xfrm>
            <a:off x="5742432" y="36576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B1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638544" y="3565246"/>
            <a:ext cx="566928" cy="7406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6638544" y="36576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534656" y="3602279"/>
            <a:ext cx="566928" cy="37033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1"/>
          <p:cNvSpPr/>
          <p:nvPr/>
        </p:nvSpPr>
        <p:spPr>
          <a:xfrm>
            <a:off x="7534656" y="36576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75488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UI Features: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754880" y="42428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✓ Workload class card (A / B1 / C / D)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444398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✓ Probability bar chart per step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754880" y="46451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✓ Session trend timeline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754880" y="48463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✓ Exportable CSV report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— Data Flow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600200" cy="150876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058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645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" y="2103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hrail_RTAPS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920240" y="914400"/>
            <a:ext cx="1600200" cy="150876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00584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1645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model.joblib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model.meta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920240" y="2103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Output files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657600" y="914400"/>
            <a:ext cx="1600200" cy="1508760"/>
          </a:xfrm>
          <a:prstGeom prst="rect">
            <a:avLst/>
          </a:prstGeom>
          <a:solidFill>
            <a:srgbClr val="164E6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1645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2103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Versioned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394960" y="914400"/>
            <a:ext cx="1600200" cy="150876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00584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16459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Fargate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394960" y="2103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FastAPI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783080" y="15544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3520440" y="15544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257800" y="15544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108192" y="24505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⬇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394960" y="2834640"/>
            <a:ext cx="1600200" cy="1508760"/>
          </a:xfrm>
          <a:prstGeom prst="rect">
            <a:avLst/>
          </a:prstGeom>
          <a:solidFill>
            <a:srgbClr val="3B1F6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926080"/>
            <a:ext cx="594360" cy="5943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4960" y="3566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RTAPS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394960" y="4023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Sends data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3657600" y="2834640"/>
            <a:ext cx="1600200" cy="1508760"/>
          </a:xfrm>
          <a:prstGeom prst="rect">
            <a:avLst/>
          </a:prstGeom>
          <a:solidFill>
            <a:srgbClr val="134E4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2926080"/>
            <a:ext cx="594360" cy="5943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657600" y="3566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DynamoDB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3657600" y="4023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Stores results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1920240" y="2834640"/>
            <a:ext cx="1600200" cy="1508760"/>
          </a:xfrm>
          <a:prstGeom prst="rect">
            <a:avLst/>
          </a:prstGeom>
          <a:solidFill>
            <a:srgbClr val="1F3A1F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2926080"/>
            <a:ext cx="594360" cy="5943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920240" y="35661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1920240" y="4023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Frontend UI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5257800" y="349300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←</a:t>
            </a:r>
            <a:endParaRPr lang="en-US" sz="1800" dirty="0"/>
          </a:p>
        </p:txBody>
      </p:sp>
      <p:sp>
        <p:nvSpPr>
          <p:cNvPr id="37" name="Text 28"/>
          <p:cNvSpPr/>
          <p:nvPr/>
        </p:nvSpPr>
        <p:spPr>
          <a:xfrm>
            <a:off x="3520440" y="349300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←</a:t>
            </a:r>
            <a:endParaRPr lang="en-US" sz="1800" dirty="0"/>
          </a:p>
        </p:txBody>
      </p:sp>
      <p:sp>
        <p:nvSpPr>
          <p:cNvPr id="38" name="Text 29"/>
          <p:cNvSpPr/>
          <p:nvPr/>
        </p:nvSpPr>
        <p:spPr>
          <a:xfrm>
            <a:off x="1874520" y="349300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←</a:t>
            </a:r>
            <a:endParaRPr lang="en-US" sz="1800" dirty="0"/>
          </a:p>
        </p:txBody>
      </p:sp>
      <p:sp>
        <p:nvSpPr>
          <p:cNvPr id="39" name="Shape 3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C1A30"/>
          </a:solidFill>
          <a:ln/>
        </p:spPr>
      </p:sp>
      <p:sp>
        <p:nvSpPr>
          <p:cNvPr id="40" name="Text 31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</a:rPr>
              <a:t>RTAPS App → RTAPS Backend → ML API (Fargate) → Prediction → DynamoDB →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607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joblib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serialization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51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0607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 artifact storage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72200" y="10058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005840"/>
            <a:ext cx="2743200" cy="50292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0607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16002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async Python API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2004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971800"/>
            <a:ext cx="2743200" cy="502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175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0266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 hosting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971800"/>
            <a:ext cx="2743200" cy="502920"/>
          </a:xfrm>
          <a:prstGeom prst="rect">
            <a:avLst/>
          </a:prstGeom>
          <a:solidFill>
            <a:srgbClr val="04785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01752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30266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8328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results store (session-linked)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17220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2971800"/>
            <a:ext cx="2743200" cy="50292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1752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30266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09360" y="3566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charts &amp; prediction cards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hrail_RTAPS training scripts and generate model files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47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892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S3 bucket with versioned folder structure (v1/, v2/)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59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505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FastAPI app with /predict endpoint and preprocessing logic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723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11810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Docker container to ECS Fargate with S3 IAM role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85032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850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730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RTAPS backend to POST data to /predict and save results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dashboard widgets: workload class card + probability chart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229600" cy="320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268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Start small — deploy a mock /predict endpoint first and validate the pipeline before full integration.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RTAPS ML Deployment Architecture</dc:title>
  <dc:subject>PptxGenJS Presentation</dc:subject>
  <dc:creator>PptxGenJS</dc:creator>
  <cp:lastModifiedBy>PptxGenJS</cp:lastModifiedBy>
  <cp:revision>1</cp:revision>
  <dcterms:created xsi:type="dcterms:W3CDTF">2026-04-19T19:07:12Z</dcterms:created>
  <dcterms:modified xsi:type="dcterms:W3CDTF">2026-04-19T19:07:12Z</dcterms:modified>
</cp:coreProperties>
</file>